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9"/>
  </p:notesMasterIdLst>
  <p:sldIdLst>
    <p:sldId id="256" r:id="rId3"/>
    <p:sldId id="257" r:id="rId4"/>
    <p:sldId id="374" r:id="rId5"/>
    <p:sldId id="372" r:id="rId6"/>
    <p:sldId id="373" r:id="rId7"/>
    <p:sldId id="37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447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E05D0-A421-4EF3-8512-AD1148C82550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C5D9F-5FDD-4E04-AD07-37773298FBF3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/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" name="Date Placeholder 2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  <a:endParaRPr lang="en-US" dirty="0"/>
          </a:p>
        </p:txBody>
      </p:sp>
      <p:sp>
        <p:nvSpPr>
          <p:cNvPr id="4" name="Footer Placeholder 3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  <a:endParaRPr lang="en-US" dirty="0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  <a:endParaRPr 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  <a:endParaRPr lang="en-US" dirty="0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  <a:endParaRPr lang="en-US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hemeOverride" Target="../theme/themeOverride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3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4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5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840362" y="3057378"/>
            <a:ext cx="11037605" cy="14493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DOMAIN:</a:t>
            </a:r>
            <a:r>
              <a:rPr lang="en-IN" alt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Full-Stack Web Development (Flask + SQLite)</a:t>
            </a:r>
            <a:endParaRPr lang="en-US" sz="20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PROJECT TITLE: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I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FindIt — Smart Lost &amp; Found Portal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SUBMISSION:</a:t>
            </a:r>
            <a:r>
              <a:rPr lang="en-IN" altLang="en-US" sz="2000" b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Web Programming Lab Project — 2026</a:t>
            </a:r>
            <a:endParaRPr lang="en-IN" altLang="en-US" sz="2000" b="1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TextBox 1"/>
          <p:cNvSpPr txBox="1">
            <a:spLocks noChangeArrowheads="1"/>
          </p:cNvSpPr>
          <p:nvPr/>
        </p:nvSpPr>
        <p:spPr bwMode="auto">
          <a:xfrm>
            <a:off x="7398328" y="5228206"/>
            <a:ext cx="4479639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I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Prithiviraj S</a:t>
            </a:r>
            <a:endParaRPr lang="en-IN" alt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</a:t>
            </a:r>
            <a:r>
              <a:rPr lang="en-I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I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241901084</a:t>
            </a:r>
            <a:endParaRPr lang="en-IN" alt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itle 1"/>
          <p:cNvSpPr txBox="1"/>
          <p:nvPr/>
        </p:nvSpPr>
        <p:spPr>
          <a:xfrm>
            <a:off x="708891" y="1213137"/>
            <a:ext cx="10515600" cy="10603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Department of Computer Science and Engineering </a:t>
            </a:r>
            <a:endParaRPr lang="en-IN" sz="3200" b="1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lang="en-IN" sz="32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(Cyber Security)</a:t>
            </a:r>
            <a:endParaRPr lang="en-IN" sz="3200" b="1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39" y="194915"/>
            <a:ext cx="2689499" cy="868776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THE PROJECT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651" y="1838960"/>
            <a:ext cx="10668000" cy="4180840"/>
          </a:xfrm>
        </p:spPr>
        <p:txBody>
          <a:bodyPr/>
          <a:lstStyle/>
          <a:p>
            <a:pPr marL="0" indent="0" algn="just">
              <a:spcBef>
                <a:spcPct val="80000"/>
              </a:spcBef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Abstract: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FindIt is an institutional-grade, full-stack web application built on Python Flask, SQLite, and Bootstrap 5, replacing chaotic campus lost-and-found channels with a privacy-preserving, verified system.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80000"/>
              </a:spcBef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Problem: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campus methods (WhatsApp groups, paper desk logs, social media posts) cause privacy leaks, have zero searchability, and allow fraudulent item claims.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80000"/>
              </a:spcBef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Solution: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FindIt implements challenge-response ownership verification, masked contact routing, and role-based admin moderation to deliver a fraud-proof asset recovery portal.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80000"/>
              </a:spcBef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Privacy Design: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Phone numbers and emails are never exposed publicly; contact details unlock only upon verified owner approval — reducing privacy leakage from 100% to 0%.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80000"/>
              </a:spcBef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Cost: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Completely self-contained using SQLite and offline-ready Bootstrap 5.3. Requires zero paid cloud services or external API fees.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80000"/>
              </a:spcBef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Security: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OWASP Top-10 resilient: PBKDF2-HMAC-SHA256 password hashing, 32-byte CSRF tokens, 100% parameterized SQL queries, and Jinja2 auto-escaping throughout.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80000"/>
              </a:spcBef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Takeaway: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FindIt delivers a secure, transparent, and auditable digital asset recovery lifecycle tailored for university campuses.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233" y="89536"/>
            <a:ext cx="10668000" cy="1216025"/>
          </a:xfrm>
        </p:spPr>
        <p:txBody>
          <a:bodyPr/>
          <a:lstStyle/>
          <a:p>
            <a:r>
              <a:rPr lang="en-IN" alt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/ OBJECTIVE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spcBef>
                <a:spcPct val="80000"/>
              </a:spcBef>
              <a:buNone/>
            </a:pPr>
            <a:r>
              <a:rPr lang="en-US" alt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Problem: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Campus lost-and-found depends on WhatsApp posts, paper logs, and public social media — causing privacy leaks, poor searchability, and false claims.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80000"/>
              </a:spcBef>
              <a:buNone/>
            </a:pPr>
            <a:r>
              <a:rPr lang="en-US" alt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Defect:</a:t>
            </a:r>
            <a:endParaRPr lang="en-US" altLang="en-US" sz="1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spcBef>
                <a:spcPct val="80000"/>
              </a:spcBef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Social media notices vanish in 24 hrs and can’t be indexed.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80000"/>
              </a:spcBef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Public posts expose student numbers and IDs, inviting harassment.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80000"/>
              </a:spcBef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Item photos allow bad actors to claim valuables without proof.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80000"/>
              </a:spcBef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Offices and security desks maintain isolated, unsynchronized logbooks.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80000"/>
              </a:spcBef>
              <a:buNone/>
            </a:pPr>
            <a:r>
              <a:rPr lang="en-US" alt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Objective:</a:t>
            </a:r>
            <a:endParaRPr lang="en-US" altLang="en-US" sz="1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spcBef>
                <a:spcPct val="80000"/>
              </a:spcBef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Centralize tracking in a single indexed, searchable web database.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80000"/>
              </a:spcBef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Verify ownership via challenge-response before any handover.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80000"/>
              </a:spcBef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Mask contact details; reveal only after verified approval.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80000"/>
              </a:spcBef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Enforce OWASP-grade security and role-based admin moderation.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0" y="152400"/>
            <a:ext cx="10668000" cy="868680"/>
          </a:xfrm>
        </p:spPr>
        <p:txBody>
          <a:bodyPr/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TOOLS, TECHNOLOGIES AND IMPLEMENTATION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651" y="1763395"/>
            <a:ext cx="10668000" cy="4267200"/>
          </a:xfrm>
        </p:spPr>
        <p:txBody>
          <a:bodyPr/>
          <a:lstStyle/>
          <a:p>
            <a:pPr marL="0" indent="0" algn="just">
              <a:spcBef>
                <a:spcPct val="80000"/>
              </a:spcBef>
              <a:buNone/>
            </a:pPr>
            <a:r>
              <a:rPr lang="en-US" alt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  <a:r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HTML5, Bootstrap 5.3, Vanilla JS — responsive grid, live image preview, search filters. Fully offline-ready.</a:t>
            </a:r>
            <a:endParaRPr lang="en-US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80000"/>
              </a:spcBef>
              <a:buNone/>
            </a:pPr>
            <a:r>
              <a:rPr lang="en-US" alt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  <a:r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Flask with Werkzeug authentication, session management, and CSRF middleware</a:t>
            </a:r>
            <a:r>
              <a:rPr lang="en-US" alt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1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80000"/>
              </a:spcBef>
              <a:buNone/>
            </a:pPr>
            <a:r>
              <a:rPr lang="en-US" alt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SQLite3 — parameterized queries, foreign key cascades, B-Tree indexes, ACID compliant.</a:t>
            </a:r>
            <a:endParaRPr lang="en-US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80000"/>
              </a:spcBef>
              <a:buNone/>
            </a:pPr>
            <a:r>
              <a:rPr lang="en-US" alt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Security: </a:t>
            </a:r>
            <a:r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CSRF tokens, file type validation, UUID-based upload renaming, Jinja2 HTML escaping.</a:t>
            </a:r>
            <a:endParaRPr lang="en-US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80000"/>
              </a:spcBef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Workflow: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80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1: User submits report with campus location, date, photos, and a challenge question.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80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 Backend verifies inputs, validates 5 MB limit, assigns collision-proof UUID image name.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80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3: Listing appears in Browse with real-time filters (Lost/Found, Category, Status).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80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4: Claimant answers challenge question + submits private ownership proof.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80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5: In-app notification dispatched to item poster’s dashboard.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80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6: Owner approves → status ‘Reunited’; secure pickup details shared privately.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OUTCOME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spcBef>
                <a:spcPct val="80000"/>
              </a:spcBef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(Pillar 1):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Achieved 100% SQL injection &amp; CSRF immunity via parameterized queries and 32-byte session tokens; PBKDF2 hashing ensures no plaintext secrets; verified via unit tests and request intercepts.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80000"/>
              </a:spcBef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Engine (Pillar 2):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Challenge-response protocol: finders set hidden detail questions; claimants submit private proof; contacts unlock only on approval; status auto-locks to 'Reunited' permanently logging the resolution.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80000"/>
              </a:spcBef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Moderation (Pillar 3):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Route-guard decorators (@login_required, @admin_required), live KPI dashboard (Users, Listings, Pending Claims, Flagged), community flagging with 1-click Dismiss or Force Delete.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80000"/>
              </a:spcBef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vs. Traditional Systems: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FindIt outperforms across every dimension: instant multi-filter search vs. infinite chat scroll; 100% privacy vs. 0%; challenge-response vs. honor system; zero API cost; centralized moderation vs. none.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80000"/>
              </a:spcBef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Defense Claims: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80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 end-to-end full-stack: auth, item reporting, search, claim verification, notifications, admin moderation.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80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OWASP Top-10 resilient: Werkzeug hashing, CSRF verification, parameterized queries, UUID image uploads.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80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Self-hosted on Flask port 5000 — no third-party API keys, subscriptions, or external DB servers required.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80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6 automated test suites (test_app.py) pass at 100% across all core user and admin flows.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996751" y="587829"/>
            <a:ext cx="7865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3200" b="1" dirty="0"/>
          </a:p>
        </p:txBody>
      </p:sp>
      <p:sp>
        <p:nvSpPr>
          <p:cNvPr id="20" name="DemoInfo"/>
          <p:cNvSpPr txBox="1"/>
          <p:nvPr/>
        </p:nvSpPr>
        <p:spPr bwMode="auto">
          <a:xfrm>
            <a:off x="1209675" y="1774825"/>
            <a:ext cx="9772650" cy="4279900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txBody>
          <a:bodyPr wrap="square">
            <a:noAutofit/>
          </a:bodyPr>
          <a:lstStyle/>
          <a:p>
            <a:pPr algn="ctr">
              <a:spcBef>
                <a:spcPct val="80000"/>
              </a:spcBef>
              <a:buNone/>
            </a:pP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FindIt — Smart Lost &amp; Found Portal for Campus</a:t>
            </a:r>
            <a:endParaRPr lang="en-US" sz="1600" dirty="0"/>
          </a:p>
          <a:p>
            <a:pPr algn="ctr">
              <a:spcBef>
                <a:spcPct val="8000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Programming Laboratory Project — 2026</a:t>
            </a:r>
            <a:endParaRPr lang="en-US" sz="1600" dirty="0"/>
          </a:p>
          <a:p>
            <a:pPr algn="ctr">
              <a:spcBef>
                <a:spcPct val="80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/>
          </a:p>
          <a:p>
            <a:pPr algn="ctr">
              <a:spcBef>
                <a:spcPct val="80000"/>
              </a:spcBef>
              <a:buNone/>
            </a:pP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DEMO CREDENTIALS</a:t>
            </a:r>
            <a:endParaRPr lang="en-US" sz="1600" dirty="0"/>
          </a:p>
          <a:p>
            <a:pPr algn="ctr">
              <a:spcBef>
                <a:spcPct val="8000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Server: http://127.0.0.1:5000</a:t>
            </a:r>
            <a:endParaRPr lang="en-US" sz="1600" dirty="0"/>
          </a:p>
          <a:p>
            <a:pPr algn="ctr">
              <a:spcBef>
                <a:spcPct val="8000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Admin: admin / Admin@123</a:t>
            </a:r>
            <a:endParaRPr lang="en-US" sz="1600" dirty="0"/>
          </a:p>
          <a:p>
            <a:pPr algn="ctr">
              <a:spcBef>
                <a:spcPct val="8000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Students: sarah_campus, alex_tech, priya_patel / Student@123</a:t>
            </a:r>
            <a:endParaRPr lang="en-US" sz="1600" dirty="0"/>
          </a:p>
          <a:p>
            <a:pPr algn="ctr">
              <a:spcBef>
                <a:spcPct val="80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/>
          </a:p>
          <a:p>
            <a:pPr algn="ctr">
              <a:spcBef>
                <a:spcPct val="80000"/>
              </a:spcBef>
              <a:buNone/>
            </a:pP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 Stack: Python Flask | SQLite | Bootstrap 5 | OWASP Compliant | Zero API Cost</a:t>
            </a:r>
            <a:endParaRPr lang="en-US" sz="1600" dirty="0"/>
          </a:p>
          <a:p>
            <a:pPr algn="ctr">
              <a:spcBef>
                <a:spcPct val="80000"/>
              </a:spcBef>
              <a:buNone/>
            </a:pP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by: Ms. Swathi Lakshmi, Asst. Professor, Dept. of Cyber Security</a:t>
            </a:r>
            <a:endParaRPr 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2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3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4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5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4812</Words>
  <Application>WPS Presentation</Application>
  <PresentationFormat>Widescreen</PresentationFormat>
  <Paragraphs>73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SimSun</vt:lpstr>
      <vt:lpstr>Wingdings</vt:lpstr>
      <vt:lpstr>Verdana</vt:lpstr>
      <vt:lpstr>Times New Roman</vt:lpstr>
      <vt:lpstr>Microsoft YaHei</vt:lpstr>
      <vt:lpstr>Arial Unicode MS</vt:lpstr>
      <vt:lpstr>Calibri</vt:lpstr>
      <vt:lpstr>Profile</vt:lpstr>
      <vt:lpstr>PowerPoint 演示文稿</vt:lpstr>
      <vt:lpstr>ABOUT THE PROJECT</vt:lpstr>
      <vt:lpstr>PROBLEM STATEMENT / OBJECTIVE</vt:lpstr>
      <vt:lpstr>TOOLS, TECHNOLOGIES AND IMPLEMENTATION</vt:lpstr>
      <vt:lpstr>PROJECT OUTCOME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Rupmala R</dc:creator>
  <cp:lastModifiedBy>jdyt1</cp:lastModifiedBy>
  <cp:revision>47</cp:revision>
  <dcterms:created xsi:type="dcterms:W3CDTF">2023-08-03T04:32:00Z</dcterms:created>
  <dcterms:modified xsi:type="dcterms:W3CDTF">2026-10-17T03:32:08Z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B6D7B41FB5244480B2D8C106DA79FB21_13</vt:lpwstr>
  </property>
</Properties>
</file>